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74"/>
    <p:restoredTop sz="94635"/>
  </p:normalViewPr>
  <p:slideViewPr>
    <p:cSldViewPr snapToGrid="0">
      <p:cViewPr varScale="1">
        <p:scale>
          <a:sx n="156" d="100"/>
          <a:sy n="156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72C5-7D38-D0A1-5856-A1BA9E161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4DD7E-8585-3CFE-926E-873F794A2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855B3-72F9-0556-6D7E-EA5710A15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3F6DA-14EC-A13F-6E6F-C662D31A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7E5FA-337A-6B3E-5B0F-B0807F6B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1795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A522A-5AD6-7C64-52FB-717B3297E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78EFE-4883-9617-A485-303350BF8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BBE70-26DF-88D4-67CB-9CF0EE80F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65E15-5775-56BC-B49B-7B1360AE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580FB-4CD8-8F71-1146-1F1E64E4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56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BD06-579E-E76D-85BC-56DDE099B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15DB4-3EF9-5BDE-30DF-C3E0E9A42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C98C4-FE43-D30B-D2ED-093C4716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3DC8A-CA19-77B0-3E4A-DBFE9E120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56951-108E-A720-4825-45A3A05D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535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F836A-66B2-C52B-4402-F47AC2F55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3C4C3-FFFA-4D25-CD20-129694955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3BF4A-BEFC-7692-9F2A-474343DC6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736CF-C16E-4FFE-ADB7-FF6DD8801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06FB3-77BB-9CF8-C0E2-BF016D83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E61F4-8712-19A5-25D9-8BC15505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715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9B851-BAA8-6A0C-CA62-544E529B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827F7-3E0E-76E8-1FFA-920CBF147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10296-7D5A-16EB-E6F1-3F6BB1F25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4C0AC-A964-1AE3-DB0D-5379B9187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BC167-89E4-FC11-9DAA-11290FC89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6084DD-6510-363D-B4A6-3A33EB91F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7D3F3B-A3F0-B08B-855C-FC1859369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CD00DC-CF1E-D0D4-F26F-CBAB3A6A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776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A832-14CA-B5BB-CB3F-5C87F6B2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A9CEB-2311-07BC-8A26-F2BFE9A9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A31DA-8A97-F5D1-328B-F12095E12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07956-5C2F-F69F-34CC-56AEFF65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310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767BE-8DB3-C742-444A-59A982D3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C9FE6-AADC-35CF-7E97-E017B3FDA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D2F71-0F25-DBA1-9BD2-56F9DC90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046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CB11-C05F-2A42-66AA-2C7343CC0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554D8-13FD-10D7-E53E-62B4A7EB4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60CED-C6C2-DEA9-BC41-0E40DD55F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AE8ED-9BB6-1E2E-60C6-58A63CB42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EC965-0F9D-8126-09E4-6DBDEEFD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C0BED-F72D-C351-DD6F-6573A264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496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330D-0545-E96E-BEB9-50161957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1D3A29-A889-9AC6-BDBD-17E75014D2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6185D-E092-396F-94F4-75CA04C13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4CF80-21DE-9274-2C83-6E2A46F6B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6976C-0DFC-3A67-D67E-2F82B13AD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61DE7-226F-3E7D-1304-2B46EC98D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3280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473C-2E28-6257-3150-2503506B1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621649-BBE4-B7B8-282E-2C1FA747E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4D881-EA1D-BB4D-EFC5-FF8D18BB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DB4C4-35A6-EFA6-026A-0F4C1D90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304D8-37FA-C6EC-2145-5AC08CAA4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816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ADFB65-BBBC-F5E2-41E6-E26AD4DC2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AFEDA-52C1-D073-0D2A-5841BD7E8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2575E-854F-4E2D-BE6C-A04168800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84D7-C7A5-1BF1-164C-8D81415C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ED3F5-A3FC-AA50-CC04-F64E5E5C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417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65F55-B37C-1E0A-26BB-B767103D1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C1136-51AB-9F4C-7B85-D0BF6DA8B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4CF20-FB55-A9C9-D382-75C49CA28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9355B-4D3E-A641-9B89-3A2977395903}" type="datetimeFigureOut">
              <a:rPr lang="en-AU" smtClean="0"/>
              <a:t>3/6/2026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1AA3B-041B-AA48-00BC-F4F9FD148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1B524-C992-9A1F-0951-9E375AA69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A7BB3-1810-AF46-9C75-36D27E50BE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53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0A7F1A-8980-71B1-F3F5-F9AE312E4086}"/>
              </a:ext>
            </a:extLst>
          </p:cNvPr>
          <p:cNvSpPr/>
          <p:nvPr/>
        </p:nvSpPr>
        <p:spPr>
          <a:xfrm>
            <a:off x="10236409" y="4792170"/>
            <a:ext cx="1767296" cy="1767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63B2B5-17DB-4D3A-1C22-52188CBC25B3}"/>
              </a:ext>
            </a:extLst>
          </p:cNvPr>
          <p:cNvSpPr>
            <a:spLocks/>
          </p:cNvSpPr>
          <p:nvPr/>
        </p:nvSpPr>
        <p:spPr>
          <a:xfrm>
            <a:off x="10236411" y="150312"/>
            <a:ext cx="1793664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758793-6429-E667-51C7-77B092E73E1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411" y="149228"/>
            <a:ext cx="1699200" cy="7210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092B0A4-DA5C-886F-E557-B05A0E39F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469" y="1563426"/>
            <a:ext cx="1767296" cy="17672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8A1965-B013-26EB-EE5B-AF6E87F1FAE9}"/>
              </a:ext>
            </a:extLst>
          </p:cNvPr>
          <p:cNvSpPr txBox="1"/>
          <p:nvPr/>
        </p:nvSpPr>
        <p:spPr>
          <a:xfrm>
            <a:off x="10236410" y="935788"/>
            <a:ext cx="1767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Code &amp; 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>
                <a:solidFill>
                  <a:schemeClr val="bg1"/>
                </a:solidFill>
              </a:rPr>
              <a:t>Follow Along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F23A0-581B-9EAD-9189-45DA164F932D}"/>
              </a:ext>
            </a:extLst>
          </p:cNvPr>
          <p:cNvSpPr txBox="1"/>
          <p:nvPr/>
        </p:nvSpPr>
        <p:spPr>
          <a:xfrm>
            <a:off x="10236409" y="4092637"/>
            <a:ext cx="1767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Questions (</a:t>
            </a:r>
            <a:r>
              <a:rPr lang="en-AU" dirty="0" err="1">
                <a:solidFill>
                  <a:schemeClr val="bg1"/>
                </a:solidFill>
              </a:rPr>
              <a:t>Mentimeter</a:t>
            </a:r>
            <a:r>
              <a:rPr lang="en-AU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EAD17-A6D1-0FD9-216B-536CD5EA169C}"/>
              </a:ext>
            </a:extLst>
          </p:cNvPr>
          <p:cNvSpPr txBox="1"/>
          <p:nvPr/>
        </p:nvSpPr>
        <p:spPr>
          <a:xfrm>
            <a:off x="10044671" y="3305451"/>
            <a:ext cx="2147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https://</a:t>
            </a:r>
            <a:r>
              <a:rPr lang="en-AU" dirty="0" err="1">
                <a:solidFill>
                  <a:schemeClr val="bg1"/>
                </a:solidFill>
              </a:rPr>
              <a:t>tinyurl.com</a:t>
            </a:r>
            <a:r>
              <a:rPr lang="en-AU" dirty="0">
                <a:solidFill>
                  <a:schemeClr val="bg1"/>
                </a:solidFill>
              </a:rPr>
              <a:t>/ICRA26-KT3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8D057C-6DD4-D87E-C0D7-03214D9F4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107" y="4864705"/>
            <a:ext cx="1618503" cy="161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096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Fischer</dc:creator>
  <cp:lastModifiedBy>Tobias Fischer</cp:lastModifiedBy>
  <cp:revision>7</cp:revision>
  <dcterms:created xsi:type="dcterms:W3CDTF">2026-05-22T05:30:57Z</dcterms:created>
  <dcterms:modified xsi:type="dcterms:W3CDTF">2026-06-03T07:39:45Z</dcterms:modified>
</cp:coreProperties>
</file>